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19" Type="http://schemas.openxmlformats.org/officeDocument/2006/relationships/font" Target="fonts/Lato-regular.fntdata"/><Relationship Id="rId18" Type="http://schemas.openxmlformats.org/officeDocument/2006/relationships/font" Target="fonts/Montserrat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6a7d50280_0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6a7d50280_0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Merriweather"/>
                <a:ea typeface="Merriweather"/>
                <a:cs typeface="Merriweather"/>
                <a:sym typeface="Merriweather"/>
              </a:rPr>
              <a:t>The website helps R bloggers and users to connect and follow each other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6a7d50280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6a7d50280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latin typeface="Lato"/>
                <a:ea typeface="Lato"/>
                <a:cs typeface="Lato"/>
                <a:sym typeface="Lato"/>
              </a:rPr>
              <a:t>R Bloggers was started by Tal Galili. After searching for numerous R blogs, Tal decided that there must be more R blogs out there than he knows about, and he said maybe the best way for finding them is to make them find him (this website)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6a7d50280_0_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a6a7d50280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Discover (for all): Find new R blogs you didn’t know about. And Search in them for content you want.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Follow (for people who don’t use RSS): Enter your e-mail and subscribe to receive a daily digest with teasers of new posts from participating blogs.  You will more easily get a sense of hot topics in the R blogosphere.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Connect (for facebook users): Click on “Fan this site” to become a “fan” of R Bloggers.  You can then “friend” other people and share thoughts on our wall. Or just by leaving comments on the original poster’s blog.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Participate (for bloggers): Add your R blog to get increased visibility (for readers and search engines) with permanent links on our Contributors section.  Your blog will also gain visibility via our e-mail digest and through your presence on the main page with posts.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5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a6a7d50280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a6a7d50280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a6a7d50280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a6a7d50280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This site will aggregate feeds with permission!) from participating R blogs. The beginnings of each participating blog’s posts will automatically be displayed on the main page; inside every post there is a link to the  original blog and links to other related articles.  All participating blogs will have links in the “Contributors” section of our sidebar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Lato"/>
                <a:ea typeface="Lato"/>
                <a:cs typeface="Lato"/>
                <a:sym typeface="Lato"/>
              </a:rPr>
              <a:t>Eighty seven thousand posts from him</a:t>
            </a:r>
            <a:endParaRPr sz="13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6a7d50280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6a7d50280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</a:rPr>
              <a:t>I found this on RBloggers, which is a new kind of plot we did not cover in lecture. Basically, a corrgram is a graphical representation of the cells of a matrix of correlations. The idea is to display the pattern of correlations in terms of their signs and magnitudes using visual thinning and correlation-based variable ordering. Moreover, the cells of the matrix can be shaded or colored to show the correlation value.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21B34"/>
                </a:solidFill>
                <a:highlight>
                  <a:srgbClr val="FFFFFF"/>
                </a:highlight>
              </a:rPr>
              <a:t>It is very useful to highlight the most correlated variables in a data table.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a6a7d50280_0_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a6a7d50280_0_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21B34"/>
                </a:solidFill>
                <a:highlight>
                  <a:schemeClr val="lt1"/>
                </a:highlight>
              </a:rPr>
              <a:t> In this plot, </a:t>
            </a:r>
            <a:r>
              <a:rPr b="1" lang="en" sz="1200">
                <a:solidFill>
                  <a:srgbClr val="021B34"/>
                </a:solidFill>
                <a:highlight>
                  <a:schemeClr val="lt1"/>
                </a:highlight>
              </a:rPr>
              <a:t>correlation coefficients</a:t>
            </a:r>
            <a:r>
              <a:rPr lang="en" sz="1200">
                <a:solidFill>
                  <a:srgbClr val="021B34"/>
                </a:solidFill>
                <a:highlight>
                  <a:schemeClr val="lt1"/>
                </a:highlight>
              </a:rPr>
              <a:t> is colored according to the value. </a:t>
            </a:r>
            <a:r>
              <a:rPr b="1" lang="en" sz="1200">
                <a:solidFill>
                  <a:srgbClr val="021B34"/>
                </a:solidFill>
                <a:highlight>
                  <a:schemeClr val="lt1"/>
                </a:highlight>
              </a:rPr>
              <a:t>Correlation matrix</a:t>
            </a:r>
            <a:r>
              <a:rPr lang="en" sz="1200">
                <a:solidFill>
                  <a:srgbClr val="021B34"/>
                </a:solidFill>
                <a:highlight>
                  <a:schemeClr val="lt1"/>
                </a:highlight>
              </a:rPr>
              <a:t> can be also reordered according to the degree of association between variables.</a:t>
            </a:r>
            <a:endParaRPr sz="1200">
              <a:solidFill>
                <a:srgbClr val="1B212C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  <a:t>Darker the color, higher the co-relation between variables. Positive co-relations are displayed in blue and negative correlations in red color. Color intensity is proportional to the co-relation value.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a6a7d50280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a6a7d50280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72975" y="1638150"/>
            <a:ext cx="8222100" cy="9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RBloggers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90525" y="3712205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Tinghan Zhu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R-Bloggers.com?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27790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latin typeface="Merriweather"/>
                <a:ea typeface="Merriweather"/>
                <a:cs typeface="Merriweather"/>
                <a:sym typeface="Merriweather"/>
              </a:rPr>
              <a:t>R-Bloggers is about empowering bloggers to empower other R users. R-Bloggers.com is a blog aggregator of content contributed by bloggers who write about R (in English). </a:t>
            </a:r>
            <a:endParaRPr sz="20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4513"/>
            <a:ext cx="8839199" cy="998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started R-Bloggers</a:t>
            </a:r>
            <a:r>
              <a:rPr lang="en"/>
              <a:t> (and why)?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936950" y="1911275"/>
            <a:ext cx="4824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 Bloggers was started by Tal Galili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/>
              <a:t>“Make them find him”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0250" y="1596400"/>
            <a:ext cx="2563751" cy="35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R-Bloggers offer you?</a:t>
            </a:r>
            <a:endParaRPr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980200" y="1610725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Discover (for all):</a:t>
            </a:r>
            <a:endParaRPr sz="2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Follow (for people who don’t use RSS): </a:t>
            </a:r>
            <a:endParaRPr sz="2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Connect (for facebook users): </a:t>
            </a:r>
            <a:endParaRPr sz="2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Participate (for bloggers):  </a:t>
            </a:r>
            <a:endParaRPr sz="20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0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050">
              <a:solidFill>
                <a:srgbClr val="FFFF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 from R-bloggers</a:t>
            </a:r>
            <a:endParaRPr/>
          </a:p>
        </p:txBody>
      </p:sp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· 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Since 2014, there have been more than 160 posts per month (and up to as many as 250 in one month) aggregated on R-bloggers 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· Most posts appear on Mondays and Tuesdays. Sunday is the quietest day for R bloggers. 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· More than 1,000 authors have been published on the site. 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· T</a:t>
            </a:r>
            <a:r>
              <a:rPr lang="en" sz="1800">
                <a:latin typeface="Georgia"/>
                <a:ea typeface="Georgia"/>
                <a:cs typeface="Georgia"/>
                <a:sym typeface="Georgia"/>
              </a:rPr>
              <a:t>he top 10 authors on the site, measured by total engagement, are:</a:t>
            </a:r>
            <a:endParaRPr sz="1800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Bloggers: David Smith</a:t>
            </a:r>
            <a:endParaRPr/>
          </a:p>
        </p:txBody>
      </p:sp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7375" y="1473850"/>
            <a:ext cx="3046624" cy="3669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" y="1473850"/>
            <a:ext cx="6097387" cy="366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Correlogram</a:t>
            </a:r>
            <a:endParaRPr/>
          </a:p>
        </p:txBody>
      </p:sp>
      <p:sp>
        <p:nvSpPr>
          <p:cNvPr id="175" name="Google Shape;175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1970228"/>
            <a:ext cx="9144000" cy="1661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460950" y="1769550"/>
            <a:ext cx="8222100" cy="6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Listening!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902850" y="3393725"/>
            <a:ext cx="73383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Tinghan Zhu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